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6858000" cy="9144000"/>
  <p:embeddedFontLst>
    <p:embeddedFont>
      <p:font typeface="Robo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11" Type="http://schemas.openxmlformats.org/officeDocument/2006/relationships/slide" Target="slides/slide7.xml"/><Relationship Id="rId22" Type="http://schemas.openxmlformats.org/officeDocument/2006/relationships/font" Target="fonts/Roboto-boldItalic.fntdata"/><Relationship Id="rId10" Type="http://schemas.openxmlformats.org/officeDocument/2006/relationships/slide" Target="slides/slide6.xml"/><Relationship Id="rId21" Type="http://schemas.openxmlformats.org/officeDocument/2006/relationships/font" Target="fonts/Roboto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Roboto-regular.fnt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" name="Shape 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Shape 65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Shape 71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76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Shape 77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Shape 8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90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Shape 91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96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Shape 97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Shape 103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Shape 10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114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Shape 115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Shape 121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Shape 127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Shape 13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140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Shape 141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145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Shape 146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">
  <p:cSld name="Title slid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1" name="Shape 11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2" name="Shape 1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 lvl="0">
              <a:spcBef>
                <a:spcPts val="0"/>
              </a:spcBef>
              <a:buSzPct val="100000"/>
              <a:defRPr sz="4800"/>
            </a:lvl1pPr>
            <a:lvl2pPr lvl="1">
              <a:spcBef>
                <a:spcPts val="0"/>
              </a:spcBef>
              <a:buSzPct val="100000"/>
              <a:defRPr sz="4800"/>
            </a:lvl2pPr>
            <a:lvl3pPr lvl="2">
              <a:spcBef>
                <a:spcPts val="0"/>
              </a:spcBef>
              <a:buSzPct val="100000"/>
              <a:defRPr sz="4800"/>
            </a:lvl3pPr>
            <a:lvl4pPr lvl="3">
              <a:spcBef>
                <a:spcPts val="0"/>
              </a:spcBef>
              <a:buSzPct val="100000"/>
              <a:defRPr sz="4800"/>
            </a:lvl4pPr>
            <a:lvl5pPr lvl="4">
              <a:spcBef>
                <a:spcPts val="0"/>
              </a:spcBef>
              <a:buSzPct val="100000"/>
              <a:defRPr sz="4800"/>
            </a:lvl5pPr>
            <a:lvl6pPr lvl="5">
              <a:spcBef>
                <a:spcPts val="0"/>
              </a:spcBef>
              <a:buSzPct val="100000"/>
              <a:defRPr sz="4800"/>
            </a:lvl6pPr>
            <a:lvl7pPr lvl="6">
              <a:spcBef>
                <a:spcPts val="0"/>
              </a:spcBef>
              <a:buSzPct val="100000"/>
              <a:defRPr sz="4800"/>
            </a:lvl7pPr>
            <a:lvl8pPr lvl="7">
              <a:spcBef>
                <a:spcPts val="0"/>
              </a:spcBef>
              <a:buSzPct val="100000"/>
              <a:defRPr sz="4800"/>
            </a:lvl8pPr>
            <a:lvl9pPr lvl="8">
              <a:spcBef>
                <a:spcPts val="0"/>
              </a:spcBef>
              <a:buSzPct val="100000"/>
              <a:defRPr sz="4800"/>
            </a:lvl9pPr>
          </a:lstStyle>
          <a:p/>
        </p:txBody>
      </p:sp>
      <p:sp>
        <p:nvSpPr>
          <p:cNvPr id="13" name="Shape 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Shape 1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secHead">
  <p:cSld name="Section 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rIns="91425" tIns="91425"/>
          <a:lstStyle>
            <a:lvl1pPr lvl="0">
              <a:spcBef>
                <a:spcPts val="0"/>
              </a:spcBef>
              <a:buSzPct val="100000"/>
              <a:defRPr sz="4200"/>
            </a:lvl1pPr>
            <a:lvl2pPr lvl="1">
              <a:spcBef>
                <a:spcPts val="0"/>
              </a:spcBef>
              <a:buSzPct val="100000"/>
              <a:defRPr sz="4200"/>
            </a:lvl2pPr>
            <a:lvl3pPr lvl="2">
              <a:spcBef>
                <a:spcPts val="0"/>
              </a:spcBef>
              <a:buSzPct val="100000"/>
              <a:defRPr sz="4200"/>
            </a:lvl3pPr>
            <a:lvl4pPr lvl="3">
              <a:spcBef>
                <a:spcPts val="0"/>
              </a:spcBef>
              <a:buSzPct val="100000"/>
              <a:defRPr sz="4200"/>
            </a:lvl4pPr>
            <a:lvl5pPr lvl="4">
              <a:spcBef>
                <a:spcPts val="0"/>
              </a:spcBef>
              <a:buSzPct val="100000"/>
              <a:defRPr sz="4200"/>
            </a:lvl5pPr>
            <a:lvl6pPr lvl="5">
              <a:spcBef>
                <a:spcPts val="0"/>
              </a:spcBef>
              <a:buSzPct val="100000"/>
              <a:defRPr sz="4200"/>
            </a:lvl6pPr>
            <a:lvl7pPr lvl="6">
              <a:spcBef>
                <a:spcPts val="0"/>
              </a:spcBef>
              <a:buSzPct val="100000"/>
              <a:defRPr sz="4200"/>
            </a:lvl7pPr>
            <a:lvl8pPr lvl="7">
              <a:spcBef>
                <a:spcPts val="0"/>
              </a:spcBef>
              <a:buSzPct val="100000"/>
              <a:defRPr sz="4200"/>
            </a:lvl8pPr>
            <a:lvl9pPr lvl="8">
              <a:spcBef>
                <a:spcPts val="0"/>
              </a:spcBef>
              <a:buSzPct val="100000"/>
              <a:defRPr sz="4200"/>
            </a:lvl9pPr>
          </a:lstStyle>
          <a:p/>
        </p:txBody>
      </p:sp>
      <p:sp>
        <p:nvSpPr>
          <p:cNvPr id="17" name="Shape 1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x">
  <p:cSld name="Title and 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9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0" name="Shape 20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1" name="Shape 2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22" name="Shape 22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23" name="Shape 2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woColTx">
  <p:cSld name="Title and two 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6" name="Shape 26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7" name="Shape 2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28" name="Shape 28"/>
          <p:cNvSpPr txBox="1"/>
          <p:nvPr>
            <p:ph idx="1" type="body"/>
          </p:nvPr>
        </p:nvSpPr>
        <p:spPr>
          <a:xfrm>
            <a:off x="471900" y="1919075"/>
            <a:ext cx="3999900" cy="2710199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buSzPct val="100000"/>
              <a:defRPr sz="14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/>
        </p:txBody>
      </p:sp>
      <p:sp>
        <p:nvSpPr>
          <p:cNvPr id="29" name="Shape 29"/>
          <p:cNvSpPr txBox="1"/>
          <p:nvPr>
            <p:ph idx="2" type="body"/>
          </p:nvPr>
        </p:nvSpPr>
        <p:spPr>
          <a:xfrm>
            <a:off x="4694250" y="1919075"/>
            <a:ext cx="3999900" cy="2710199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buSzPct val="100000"/>
              <a:defRPr sz="14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/>
        </p:txBody>
      </p:sp>
      <p:sp>
        <p:nvSpPr>
          <p:cNvPr id="30" name="Shape 3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Only">
  <p:cSld name="Title 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3" name="Shape 33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4" name="Shape 34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rIns="91425" tIns="91425"/>
          <a:lstStyle>
            <a:lvl1pPr lvl="0">
              <a:spcBef>
                <a:spcPts val="0"/>
              </a:spcBef>
              <a:buSzPct val="100000"/>
              <a:defRPr sz="1800"/>
            </a:lvl1pPr>
            <a:lvl2pPr lvl="1">
              <a:spcBef>
                <a:spcPts val="0"/>
              </a:spcBef>
              <a:buSzPct val="100000"/>
              <a:defRPr sz="1800"/>
            </a:lvl2pPr>
            <a:lvl3pPr lvl="2">
              <a:spcBef>
                <a:spcPts val="0"/>
              </a:spcBef>
              <a:buSzPct val="100000"/>
              <a:defRPr sz="1800"/>
            </a:lvl3pPr>
            <a:lvl4pPr lvl="3">
              <a:spcBef>
                <a:spcPts val="0"/>
              </a:spcBef>
              <a:buSzPct val="100000"/>
              <a:defRPr sz="1800"/>
            </a:lvl4pPr>
            <a:lvl5pPr lvl="4">
              <a:spcBef>
                <a:spcPts val="0"/>
              </a:spcBef>
              <a:buSzPct val="100000"/>
              <a:defRPr sz="1800"/>
            </a:lvl5pPr>
            <a:lvl6pPr lvl="5">
              <a:spcBef>
                <a:spcPts val="0"/>
              </a:spcBef>
              <a:buSzPct val="100000"/>
              <a:defRPr sz="1800"/>
            </a:lvl6pPr>
            <a:lvl7pPr lvl="6">
              <a:spcBef>
                <a:spcPts val="0"/>
              </a:spcBef>
              <a:buSzPct val="100000"/>
              <a:defRPr sz="1800"/>
            </a:lvl7pPr>
            <a:lvl8pPr lvl="7">
              <a:spcBef>
                <a:spcPts val="0"/>
              </a:spcBef>
              <a:buSzPct val="100000"/>
              <a:defRPr sz="1800"/>
            </a:lvl8pPr>
            <a:lvl9pPr lvl="8">
              <a:spcBef>
                <a:spcPts val="0"/>
              </a:spcBef>
              <a:buSzPct val="100000"/>
              <a:defRPr sz="1800"/>
            </a:lvl9pPr>
          </a:lstStyle>
          <a:p/>
        </p:txBody>
      </p:sp>
      <p:sp>
        <p:nvSpPr>
          <p:cNvPr id="35" name="Shape 3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One column 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8" name="Shape 38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9" name="Shape 39"/>
          <p:cNvSpPr txBox="1"/>
          <p:nvPr>
            <p:ph type="title"/>
          </p:nvPr>
        </p:nvSpPr>
        <p:spPr>
          <a:xfrm>
            <a:off x="226077" y="357800"/>
            <a:ext cx="2808000" cy="953400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 lvl="0">
              <a:spcBef>
                <a:spcPts val="0"/>
              </a:spcBef>
              <a:buSzPct val="100000"/>
              <a:defRPr sz="2400"/>
            </a:lvl1pPr>
            <a:lvl2pPr lvl="1">
              <a:spcBef>
                <a:spcPts val="0"/>
              </a:spcBef>
              <a:buSzPct val="100000"/>
              <a:defRPr sz="2400"/>
            </a:lvl2pPr>
            <a:lvl3pPr lvl="2">
              <a:spcBef>
                <a:spcPts val="0"/>
              </a:spcBef>
              <a:buSzPct val="100000"/>
              <a:defRPr sz="2400"/>
            </a:lvl3pPr>
            <a:lvl4pPr lvl="3">
              <a:spcBef>
                <a:spcPts val="0"/>
              </a:spcBef>
              <a:buSzPct val="100000"/>
              <a:defRPr sz="2400"/>
            </a:lvl4pPr>
            <a:lvl5pPr lvl="4">
              <a:spcBef>
                <a:spcPts val="0"/>
              </a:spcBef>
              <a:buSzPct val="100000"/>
              <a:defRPr sz="2400"/>
            </a:lvl5pPr>
            <a:lvl6pPr lvl="5">
              <a:spcBef>
                <a:spcPts val="0"/>
              </a:spcBef>
              <a:buSzPct val="100000"/>
              <a:defRPr sz="2400"/>
            </a:lvl6pPr>
            <a:lvl7pPr lvl="6">
              <a:spcBef>
                <a:spcPts val="0"/>
              </a:spcBef>
              <a:buSzPct val="100000"/>
              <a:defRPr sz="2400"/>
            </a:lvl7pPr>
            <a:lvl8pPr lvl="7">
              <a:spcBef>
                <a:spcPts val="0"/>
              </a:spcBef>
              <a:buSzPct val="100000"/>
              <a:defRPr sz="2400"/>
            </a:lvl8pPr>
            <a:lvl9pPr lvl="8">
              <a:spcBef>
                <a:spcPts val="0"/>
              </a:spcBef>
              <a:buSzPct val="100000"/>
              <a:defRPr sz="2400"/>
            </a:lvl9pPr>
          </a:lstStyle>
          <a:p/>
        </p:txBody>
      </p:sp>
      <p:sp>
        <p:nvSpPr>
          <p:cNvPr id="40" name="Shape 40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buClr>
                <a:schemeClr val="lt1"/>
              </a:buClr>
              <a:buSzPct val="100000"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buClr>
                <a:schemeClr val="lt1"/>
              </a:buClr>
              <a:buSzPct val="100000"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buClr>
                <a:schemeClr val="lt1"/>
              </a:buClr>
              <a:buSzPct val="100000"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buClr>
                <a:schemeClr val="lt1"/>
              </a:buClr>
              <a:buSzPct val="100000"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buClr>
                <a:schemeClr val="lt1"/>
              </a:buClr>
              <a:buSzPct val="100000"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buClr>
                <a:schemeClr val="lt1"/>
              </a:buClr>
              <a:buSzPct val="100000"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buClr>
                <a:schemeClr val="lt1"/>
              </a:buClr>
              <a:buSzPct val="100000"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buClr>
                <a:schemeClr val="lt1"/>
              </a:buClr>
              <a:buSzPct val="100000"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buClr>
                <a:schemeClr val="lt1"/>
              </a:buClr>
              <a:buSzPct val="100000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Shape 4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Main 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rIns="91425" tIns="91425"/>
          <a:lstStyle>
            <a:lvl1pPr lvl="0">
              <a:spcBef>
                <a:spcPts val="0"/>
              </a:spcBef>
              <a:buSzPct val="100000"/>
              <a:defRPr sz="6000"/>
            </a:lvl1pPr>
            <a:lvl2pPr lvl="1">
              <a:spcBef>
                <a:spcPts val="0"/>
              </a:spcBef>
              <a:buSzPct val="100000"/>
              <a:defRPr sz="6000"/>
            </a:lvl2pPr>
            <a:lvl3pPr lvl="2">
              <a:spcBef>
                <a:spcPts val="0"/>
              </a:spcBef>
              <a:buSzPct val="100000"/>
              <a:defRPr sz="6000"/>
            </a:lvl3pPr>
            <a:lvl4pPr lvl="3">
              <a:spcBef>
                <a:spcPts val="0"/>
              </a:spcBef>
              <a:buSzPct val="100000"/>
              <a:defRPr sz="6000"/>
            </a:lvl4pPr>
            <a:lvl5pPr lvl="4">
              <a:spcBef>
                <a:spcPts val="0"/>
              </a:spcBef>
              <a:buSzPct val="100000"/>
              <a:defRPr sz="6000"/>
            </a:lvl5pPr>
            <a:lvl6pPr lvl="5">
              <a:spcBef>
                <a:spcPts val="0"/>
              </a:spcBef>
              <a:buSzPct val="100000"/>
              <a:defRPr sz="6000"/>
            </a:lvl6pPr>
            <a:lvl7pPr lvl="6">
              <a:spcBef>
                <a:spcPts val="0"/>
              </a:spcBef>
              <a:buSzPct val="100000"/>
              <a:defRPr sz="6000"/>
            </a:lvl7pPr>
            <a:lvl8pPr lvl="7">
              <a:spcBef>
                <a:spcPts val="0"/>
              </a:spcBef>
              <a:buSzPct val="100000"/>
              <a:defRPr sz="6000"/>
            </a:lvl8pPr>
            <a:lvl9pPr lvl="8">
              <a:spcBef>
                <a:spcPts val="0"/>
              </a:spcBef>
              <a:buSzPct val="100000"/>
              <a:defRPr sz="6000"/>
            </a:lvl9pPr>
          </a:lstStyle>
          <a:p/>
        </p:txBody>
      </p:sp>
      <p:sp>
        <p:nvSpPr>
          <p:cNvPr id="44" name="Shape 4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Section title and 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46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47" name="Shape 47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48" name="Shape 4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 lvl="0" algn="ctr">
              <a:spcBef>
                <a:spcPts val="0"/>
              </a:spcBef>
              <a:buClr>
                <a:schemeClr val="dk2"/>
              </a:buClr>
              <a:buSzPct val="100000"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buClr>
                <a:schemeClr val="dk2"/>
              </a:buClr>
              <a:buSzPct val="100000"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buClr>
                <a:schemeClr val="dk2"/>
              </a:buClr>
              <a:buSzPct val="100000"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buClr>
                <a:schemeClr val="dk2"/>
              </a:buClr>
              <a:buSzPct val="100000"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buClr>
                <a:schemeClr val="dk2"/>
              </a:buClr>
              <a:buSzPct val="100000"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buClr>
                <a:schemeClr val="dk2"/>
              </a:buClr>
              <a:buSzPct val="100000"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buClr>
                <a:schemeClr val="dk2"/>
              </a:buClr>
              <a:buSzPct val="100000"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buClr>
                <a:schemeClr val="dk2"/>
              </a:buClr>
              <a:buSzPct val="100000"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buClr>
                <a:schemeClr val="dk2"/>
              </a:buClr>
              <a:buSzPct val="100000"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Shape 49"/>
          <p:cNvSpPr txBox="1"/>
          <p:nvPr>
            <p:ph idx="1" type="subTitle"/>
          </p:nvPr>
        </p:nvSpPr>
        <p:spPr>
          <a:xfrm>
            <a:off x="265500" y="2779466"/>
            <a:ext cx="4045200" cy="1235099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9pPr>
          </a:lstStyle>
          <a:p/>
        </p:txBody>
      </p:sp>
      <p:sp>
        <p:nvSpPr>
          <p:cNvPr id="50" name="Shape 50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rIns="91425" tIns="91425"/>
          <a:lstStyle>
            <a:lvl1pPr lvl="0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Shape 5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Caption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53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54" name="Shape 54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55" name="Shape 55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rIns="91425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Shape 5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Big 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58"/>
          <p:cNvSpPr txBox="1"/>
          <p:nvPr>
            <p:ph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 lvl="0" algn="ctr">
              <a:spcBef>
                <a:spcPts val="0"/>
              </a:spcBef>
              <a:buClr>
                <a:schemeClr val="dk2"/>
              </a:buClr>
              <a:buSzPct val="100000"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buClr>
                <a:schemeClr val="dk2"/>
              </a:buClr>
              <a:buSzPct val="100000"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buClr>
                <a:schemeClr val="dk2"/>
              </a:buClr>
              <a:buSzPct val="100000"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buClr>
                <a:schemeClr val="dk2"/>
              </a:buClr>
              <a:buSzPct val="100000"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buClr>
                <a:schemeClr val="dk2"/>
              </a:buClr>
              <a:buSzPct val="100000"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buClr>
                <a:schemeClr val="dk2"/>
              </a:buClr>
              <a:buSzPct val="100000"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buClr>
                <a:schemeClr val="dk2"/>
              </a:buClr>
              <a:buSzPct val="100000"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buClr>
                <a:schemeClr val="dk2"/>
              </a:buClr>
              <a:buSzPct val="100000"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buClr>
                <a:schemeClr val="dk2"/>
              </a:buClr>
              <a:buSzPct val="100000"/>
              <a:defRPr sz="1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9" name="Shape 59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 algn="ctr">
              <a:spcBef>
                <a:spcPts val="0"/>
              </a:spcBef>
              <a:defRPr/>
            </a:lvl1pPr>
            <a:lvl2pPr lvl="1" algn="ctr">
              <a:spcBef>
                <a:spcPts val="0"/>
              </a:spcBef>
              <a:defRPr/>
            </a:lvl2pPr>
            <a:lvl3pPr lvl="2" algn="ctr">
              <a:spcBef>
                <a:spcPts val="0"/>
              </a:spcBef>
              <a:defRPr/>
            </a:lvl3pPr>
            <a:lvl4pPr lvl="3" algn="ctr">
              <a:spcBef>
                <a:spcPts val="0"/>
              </a:spcBef>
              <a:defRPr/>
            </a:lvl4pPr>
            <a:lvl5pPr lvl="4" algn="ctr">
              <a:spcBef>
                <a:spcPts val="0"/>
              </a:spcBef>
              <a:defRPr/>
            </a:lvl5pPr>
            <a:lvl6pPr lvl="5" algn="ctr">
              <a:spcBef>
                <a:spcPts val="0"/>
              </a:spcBef>
              <a:defRPr/>
            </a:lvl6pPr>
            <a:lvl7pPr lvl="6" algn="ctr">
              <a:spcBef>
                <a:spcPts val="0"/>
              </a:spcBef>
              <a:defRPr/>
            </a:lvl7pPr>
            <a:lvl8pPr lvl="7" algn="ctr">
              <a:spcBef>
                <a:spcPts val="0"/>
              </a:spcBef>
              <a:defRPr/>
            </a:lvl8pPr>
            <a:lvl9pPr lvl="8" algn="ctr">
              <a:spcBef>
                <a:spcPts val="0"/>
              </a:spcBef>
              <a:defRPr/>
            </a:lvl9pPr>
          </a:lstStyle>
          <a:p/>
        </p:txBody>
      </p:sp>
      <p:sp>
        <p:nvSpPr>
          <p:cNvPr id="60" name="Shape 6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lvl="0">
              <a:spcBef>
                <a:spcPts val="0"/>
              </a:spcBef>
              <a:buClr>
                <a:schemeClr val="lt1"/>
              </a:buClr>
              <a:buSzPct val="1000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buClr>
                <a:schemeClr val="lt1"/>
              </a:buClr>
              <a:buSzPct val="1000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buClr>
                <a:schemeClr val="lt1"/>
              </a:buClr>
              <a:buSzPct val="1000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buClr>
                <a:schemeClr val="lt1"/>
              </a:buClr>
              <a:buSzPct val="1000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buClr>
                <a:schemeClr val="lt1"/>
              </a:buClr>
              <a:buSzPct val="1000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buClr>
                <a:schemeClr val="lt1"/>
              </a:buClr>
              <a:buSzPct val="1000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buClr>
                <a:schemeClr val="lt1"/>
              </a:buClr>
              <a:buSzPct val="1000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buClr>
                <a:schemeClr val="lt1"/>
              </a:buClr>
              <a:buSzPct val="1000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buClr>
                <a:schemeClr val="lt1"/>
              </a:buClr>
              <a:buSzPct val="1000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Shape 7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SzPct val="100000"/>
              <a:buFont typeface="Roboto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Roboto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Roboto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Roboto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Roboto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Roboto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Roboto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Roboto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2"/>
              </a:buClr>
              <a:buFont typeface="Roboto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Shape 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 algn="r">
              <a:spcBef>
                <a:spcPts val="0"/>
              </a:spcBef>
              <a:buNone/>
            </a:pPr>
            <a:fld id="{00000000-1234-1234-1234-123412341234}" type="slidenum">
              <a:rPr lang="en"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0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67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 lvl="0" algn="l">
              <a:spcBef>
                <a:spcPts val="0"/>
              </a:spcBef>
              <a:buNone/>
            </a:pPr>
            <a:r>
              <a:rPr lang="en" sz="3800"/>
              <a:t>HealthNet: R1 Technical Presentation</a:t>
            </a:r>
          </a:p>
        </p:txBody>
      </p:sp>
      <p:sp>
        <p:nvSpPr>
          <p:cNvPr id="68" name="Shape 68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457200" lvl="0" rtl="0">
              <a:spcBef>
                <a:spcPts val="0"/>
              </a:spcBef>
              <a:buNone/>
            </a:pPr>
            <a:r>
              <a:rPr lang="en"/>
              <a:t>SWEN 261: Section 09</a:t>
            </a:r>
          </a:p>
          <a:p>
            <a:pPr indent="457200" lvl="0">
              <a:spcBef>
                <a:spcPts val="0"/>
              </a:spcBef>
              <a:buNone/>
            </a:pPr>
            <a:r>
              <a:rPr lang="en"/>
              <a:t>Team C: The Brogrammers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Introduction: Roll Call </a:t>
            </a:r>
          </a:p>
        </p:txBody>
      </p:sp>
      <p:sp>
        <p:nvSpPr>
          <p:cNvPr id="74" name="Shape 7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indent="-406400" lvl="0" marL="457200" rtl="0">
              <a:spcBef>
                <a:spcPts val="0"/>
              </a:spcBef>
              <a:buClr>
                <a:srgbClr val="4A86E8"/>
              </a:buClr>
              <a:buSzPct val="100000"/>
            </a:pPr>
            <a:r>
              <a:rPr lang="en" sz="2800">
                <a:solidFill>
                  <a:srgbClr val="4A86E8"/>
                </a:solidFill>
              </a:rPr>
              <a:t>John Judge, Team Coordinator</a:t>
            </a:r>
          </a:p>
          <a:p>
            <a:pPr indent="-406400" lvl="0" marL="457200" rtl="0">
              <a:spcBef>
                <a:spcPts val="0"/>
              </a:spcBef>
              <a:buClr>
                <a:srgbClr val="4A86E8"/>
              </a:buClr>
              <a:buSzPct val="100000"/>
            </a:pPr>
            <a:r>
              <a:rPr lang="en" sz="2800">
                <a:solidFill>
                  <a:srgbClr val="4A86E8"/>
                </a:solidFill>
              </a:rPr>
              <a:t>Derek Schwartz, Design Coordinator</a:t>
            </a:r>
          </a:p>
          <a:p>
            <a:pPr indent="-406400" lvl="0" marL="457200" rtl="0">
              <a:spcBef>
                <a:spcPts val="0"/>
              </a:spcBef>
              <a:buClr>
                <a:srgbClr val="4A86E8"/>
              </a:buClr>
              <a:buSzPct val="100000"/>
            </a:pPr>
            <a:r>
              <a:rPr lang="en" sz="2800">
                <a:solidFill>
                  <a:srgbClr val="4A86E8"/>
                </a:solidFill>
              </a:rPr>
              <a:t>Eric Tiano, Configuration Manager</a:t>
            </a:r>
          </a:p>
          <a:p>
            <a:pPr indent="-406400" lvl="0" marL="457200" rtl="0">
              <a:spcBef>
                <a:spcPts val="0"/>
              </a:spcBef>
              <a:buClr>
                <a:srgbClr val="4A86E8"/>
              </a:buClr>
              <a:buSzPct val="100000"/>
            </a:pPr>
            <a:r>
              <a:rPr lang="en" sz="2800">
                <a:solidFill>
                  <a:srgbClr val="4A86E8"/>
                </a:solidFill>
              </a:rPr>
              <a:t>Hrishikesh Moholkar, Requirements Coordinator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Introduction: Topics To Be Covered </a:t>
            </a:r>
            <a:r>
              <a:rPr lang="en" sz="1200"/>
              <a:t>(Hirsh)</a:t>
            </a:r>
          </a:p>
        </p:txBody>
      </p:sp>
      <p:sp>
        <p:nvSpPr>
          <p:cNvPr id="80" name="Shape 80"/>
          <p:cNvSpPr txBox="1"/>
          <p:nvPr>
            <p:ph idx="1" type="body"/>
          </p:nvPr>
        </p:nvSpPr>
        <p:spPr>
          <a:xfrm>
            <a:off x="471900" y="1919075"/>
            <a:ext cx="3999900" cy="2710199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342900" lvl="0" marL="457200">
              <a:spcBef>
                <a:spcPts val="0"/>
              </a:spcBef>
              <a:buClr>
                <a:schemeClr val="dk1"/>
              </a:buClr>
              <a:buSzPct val="100000"/>
              <a:buAutoNum type="romanUcPeriod"/>
            </a:pPr>
            <a:r>
              <a:rPr lang="en" sz="1800">
                <a:solidFill>
                  <a:schemeClr val="dk1"/>
                </a:solidFill>
              </a:rPr>
              <a:t>Introduction</a:t>
            </a:r>
          </a:p>
          <a:p>
            <a:pPr indent="-342900" lvl="1" marL="914400">
              <a:spcBef>
                <a:spcPts val="0"/>
              </a:spcBef>
              <a:buClr>
                <a:schemeClr val="dk1"/>
              </a:buClr>
              <a:buSzPct val="100000"/>
              <a:buAutoNum type="alphaUcPeriod"/>
            </a:pPr>
            <a:r>
              <a:rPr lang="en" sz="1800">
                <a:solidFill>
                  <a:schemeClr val="dk1"/>
                </a:solidFill>
              </a:rPr>
              <a:t>Roll Call</a:t>
            </a:r>
          </a:p>
          <a:p>
            <a:pPr indent="-342900" lvl="1" marL="914400">
              <a:spcBef>
                <a:spcPts val="0"/>
              </a:spcBef>
              <a:buClr>
                <a:schemeClr val="dk1"/>
              </a:buClr>
              <a:buSzPct val="100000"/>
              <a:buAutoNum type="alphaUcPeriod"/>
            </a:pPr>
            <a:r>
              <a:rPr lang="en" sz="1800">
                <a:solidFill>
                  <a:schemeClr val="dk1"/>
                </a:solidFill>
              </a:rPr>
              <a:t>Topics To Be Covered</a:t>
            </a:r>
          </a:p>
          <a:p>
            <a:pPr indent="-342900" lvl="0" marL="457200">
              <a:spcBef>
                <a:spcPts val="0"/>
              </a:spcBef>
              <a:buClr>
                <a:schemeClr val="dk1"/>
              </a:buClr>
              <a:buSzPct val="100000"/>
              <a:buAutoNum type="romanUcPeriod"/>
            </a:pPr>
            <a:r>
              <a:rPr lang="en" sz="1800">
                <a:solidFill>
                  <a:schemeClr val="dk1"/>
                </a:solidFill>
              </a:rPr>
              <a:t>Design</a:t>
            </a:r>
          </a:p>
          <a:p>
            <a:pPr indent="-342900" lvl="1" marL="914400">
              <a:spcBef>
                <a:spcPts val="0"/>
              </a:spcBef>
              <a:buClr>
                <a:schemeClr val="dk1"/>
              </a:buClr>
              <a:buSzPct val="100000"/>
              <a:buAutoNum type="alphaUcPeriod"/>
            </a:pPr>
            <a:r>
              <a:rPr lang="en" sz="1800">
                <a:solidFill>
                  <a:schemeClr val="dk1"/>
                </a:solidFill>
              </a:rPr>
              <a:t>R1 Requirements</a:t>
            </a:r>
          </a:p>
          <a:p>
            <a:pPr indent="-342900" lvl="1" marL="914400">
              <a:spcBef>
                <a:spcPts val="0"/>
              </a:spcBef>
              <a:buClr>
                <a:schemeClr val="dk1"/>
              </a:buClr>
              <a:buSzPct val="100000"/>
              <a:buAutoNum type="alphaUcPeriod"/>
            </a:pPr>
            <a:r>
              <a:rPr lang="en" sz="1800">
                <a:solidFill>
                  <a:schemeClr val="dk1"/>
                </a:solidFill>
              </a:rPr>
              <a:t>Class Diagram</a:t>
            </a:r>
          </a:p>
          <a:p>
            <a:pPr indent="-342900" lvl="1" marL="914400" rtl="0">
              <a:spcBef>
                <a:spcPts val="0"/>
              </a:spcBef>
              <a:buClr>
                <a:schemeClr val="dk1"/>
              </a:buClr>
              <a:buSzPct val="100000"/>
              <a:buAutoNum type="alphaUcPeriod"/>
            </a:pPr>
            <a:r>
              <a:rPr lang="en" sz="1800">
                <a:solidFill>
                  <a:schemeClr val="dk1"/>
                </a:solidFill>
              </a:rPr>
              <a:t>Users</a:t>
            </a:r>
          </a:p>
          <a:p>
            <a:pPr indent="-342900" lvl="1" marL="914400" rtl="0">
              <a:spcBef>
                <a:spcPts val="0"/>
              </a:spcBef>
              <a:buClr>
                <a:schemeClr val="dk1"/>
              </a:buClr>
              <a:buSzPct val="100000"/>
              <a:buAutoNum type="alphaUcPeriod"/>
            </a:pPr>
            <a:r>
              <a:rPr lang="en" sz="1800">
                <a:solidFill>
                  <a:schemeClr val="dk1"/>
                </a:solidFill>
              </a:rPr>
              <a:t>Scheduling</a:t>
            </a:r>
          </a:p>
          <a:p>
            <a:pPr indent="-342900" lvl="1" marL="914400" rtl="0">
              <a:spcBef>
                <a:spcPts val="0"/>
              </a:spcBef>
              <a:buClr>
                <a:schemeClr val="dk1"/>
              </a:buClr>
              <a:buSzPct val="100000"/>
              <a:buAutoNum type="alphaUcPeriod"/>
            </a:pPr>
            <a:r>
              <a:rPr lang="en" sz="1800">
                <a:solidFill>
                  <a:schemeClr val="dk1"/>
                </a:solidFill>
              </a:rPr>
              <a:t>Activity Logging</a:t>
            </a:r>
          </a:p>
          <a:p>
            <a:pPr indent="-342900" lvl="1" marL="914400" rtl="0">
              <a:spcBef>
                <a:spcPts val="0"/>
              </a:spcBef>
              <a:buClr>
                <a:schemeClr val="dk1"/>
              </a:buClr>
              <a:buSzPct val="100000"/>
              <a:buAutoNum type="alphaUcPeriod"/>
            </a:pPr>
            <a:r>
              <a:rPr lang="en" sz="1800">
                <a:solidFill>
                  <a:schemeClr val="dk1"/>
                </a:solidFill>
              </a:rPr>
              <a:t>Authentication</a:t>
            </a:r>
          </a:p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81" name="Shape 81"/>
          <p:cNvSpPr txBox="1"/>
          <p:nvPr>
            <p:ph idx="2" type="body"/>
          </p:nvPr>
        </p:nvSpPr>
        <p:spPr>
          <a:xfrm>
            <a:off x="4694250" y="1919075"/>
            <a:ext cx="3999900" cy="2710199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342900" lvl="0" marL="457200" rtl="0">
              <a:spcBef>
                <a:spcPts val="0"/>
              </a:spcBef>
              <a:buClr>
                <a:schemeClr val="dk1"/>
              </a:buClr>
              <a:buSzPct val="100000"/>
              <a:buAutoNum type="romanUcPeriod" startAt="3"/>
            </a:pPr>
            <a:r>
              <a:rPr lang="en" sz="1800">
                <a:solidFill>
                  <a:schemeClr val="dk1"/>
                </a:solidFill>
              </a:rPr>
              <a:t>Testing</a:t>
            </a:r>
          </a:p>
          <a:p>
            <a:pPr indent="-342900" lvl="1" marL="914400" rtl="0">
              <a:spcBef>
                <a:spcPts val="0"/>
              </a:spcBef>
              <a:buClr>
                <a:schemeClr val="dk1"/>
              </a:buClr>
              <a:buSzPct val="100000"/>
              <a:buAutoNum type="alphaUcPeriod"/>
            </a:pPr>
            <a:r>
              <a:rPr lang="en" sz="1800">
                <a:solidFill>
                  <a:schemeClr val="dk1"/>
                </a:solidFill>
              </a:rPr>
              <a:t>Use Cases Being Tested</a:t>
            </a:r>
          </a:p>
          <a:p>
            <a:pPr indent="-342900" lvl="1" marL="914400">
              <a:spcBef>
                <a:spcPts val="0"/>
              </a:spcBef>
              <a:buClr>
                <a:schemeClr val="dk1"/>
              </a:buClr>
              <a:buSzPct val="100000"/>
              <a:buAutoNum type="alphaUcPeriod"/>
            </a:pPr>
            <a:r>
              <a:rPr lang="en" sz="1800">
                <a:solidFill>
                  <a:schemeClr val="dk1"/>
                </a:solidFill>
              </a:rPr>
              <a:t>How Testing Occurred</a:t>
            </a:r>
          </a:p>
          <a:p>
            <a:pPr indent="-342900" lvl="0" marL="457200">
              <a:spcBef>
                <a:spcPts val="0"/>
              </a:spcBef>
              <a:buClr>
                <a:schemeClr val="dk1"/>
              </a:buClr>
              <a:buSzPct val="100000"/>
              <a:buAutoNum type="romanUcPeriod" startAt="3"/>
            </a:pPr>
            <a:r>
              <a:rPr lang="en" sz="1800">
                <a:solidFill>
                  <a:schemeClr val="dk1"/>
                </a:solidFill>
              </a:rPr>
              <a:t>Looking Ahead to R2</a:t>
            </a:r>
          </a:p>
          <a:p>
            <a:pPr indent="-342900" lvl="0" marL="457200">
              <a:spcBef>
                <a:spcPts val="0"/>
              </a:spcBef>
              <a:buClr>
                <a:schemeClr val="dk1"/>
              </a:buClr>
              <a:buSzPct val="100000"/>
              <a:buAutoNum type="romanUcPeriod" startAt="3"/>
            </a:pPr>
            <a:r>
              <a:rPr lang="en" sz="1800">
                <a:solidFill>
                  <a:schemeClr val="dk1"/>
                </a:solidFill>
              </a:rPr>
              <a:t>Product Demo</a:t>
            </a:r>
          </a:p>
          <a:p>
            <a:pPr indent="-342900" lvl="0" marL="457200">
              <a:spcBef>
                <a:spcPts val="0"/>
              </a:spcBef>
              <a:buClr>
                <a:schemeClr val="dk1"/>
              </a:buClr>
              <a:buSzPct val="100000"/>
              <a:buAutoNum type="romanUcPeriod" startAt="3"/>
            </a:pPr>
            <a:r>
              <a:rPr lang="en" sz="1800">
                <a:solidFill>
                  <a:schemeClr val="dk1"/>
                </a:solidFill>
              </a:rPr>
              <a:t>Question and Answer </a:t>
            </a:r>
          </a:p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 txBox="1"/>
          <p:nvPr>
            <p:ph type="title"/>
          </p:nvPr>
        </p:nvSpPr>
        <p:spPr>
          <a:xfrm>
            <a:off x="226077" y="357800"/>
            <a:ext cx="2808000" cy="9534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u="sng"/>
              <a:t>Design: R1 Requirements </a:t>
            </a:r>
            <a:r>
              <a:rPr lang="en" sz="1200"/>
              <a:t>(Derek)</a:t>
            </a:r>
            <a:r>
              <a:rPr lang="en" u="sng"/>
              <a:t> </a:t>
            </a:r>
          </a:p>
        </p:txBody>
      </p:sp>
      <p:sp>
        <p:nvSpPr>
          <p:cNvPr id="87" name="Shape 8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355600" lvl="0" marL="457200" rtl="0">
              <a:spcBef>
                <a:spcPts val="0"/>
              </a:spcBef>
              <a:buSzPct val="100000"/>
            </a:pPr>
            <a:r>
              <a:rPr lang="en" sz="2000"/>
              <a:t>In this release the skeleton of the system has been created with minimal functionality</a:t>
            </a:r>
          </a:p>
          <a:p>
            <a:pPr indent="-355600" lvl="0" marL="457200">
              <a:spcBef>
                <a:spcPts val="0"/>
              </a:spcBef>
              <a:buSzPct val="100000"/>
            </a:pPr>
            <a:r>
              <a:rPr lang="en" sz="2000"/>
              <a:t>Function over form</a:t>
            </a:r>
          </a:p>
        </p:txBody>
      </p:sp>
      <p:sp>
        <p:nvSpPr>
          <p:cNvPr id="88" name="Shape 88"/>
          <p:cNvSpPr txBox="1"/>
          <p:nvPr/>
        </p:nvSpPr>
        <p:spPr>
          <a:xfrm>
            <a:off x="3493750" y="301175"/>
            <a:ext cx="5529900" cy="46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indent="-406400" lvl="0" marL="457200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4A86E8"/>
              </a:buClr>
              <a:buSzPct val="100000"/>
              <a:buFont typeface="Roboto"/>
            </a:pPr>
            <a:r>
              <a:rPr lang="en" sz="2800">
                <a:solidFill>
                  <a:srgbClr val="4A86E8"/>
                </a:solidFill>
                <a:latin typeface="Roboto"/>
                <a:ea typeface="Roboto"/>
                <a:cs typeface="Roboto"/>
                <a:sym typeface="Roboto"/>
              </a:rPr>
              <a:t>Patient Registration</a:t>
            </a:r>
            <a:r>
              <a:rPr lang="en" sz="2800"/>
              <a:t>✔️</a:t>
            </a:r>
          </a:p>
          <a:p>
            <a:pPr indent="-406400" lvl="0" marL="457200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4A86E8"/>
              </a:buClr>
              <a:buSzPct val="100000"/>
              <a:buFont typeface="Roboto"/>
            </a:pPr>
            <a:r>
              <a:rPr lang="en" sz="2800">
                <a:solidFill>
                  <a:srgbClr val="4A86E8"/>
                </a:solidFill>
                <a:latin typeface="Roboto"/>
                <a:ea typeface="Roboto"/>
                <a:cs typeface="Roboto"/>
                <a:sym typeface="Roboto"/>
              </a:rPr>
              <a:t>Update Patient Profile</a:t>
            </a:r>
            <a:r>
              <a:rPr lang="en" sz="2800"/>
              <a:t>✔️</a:t>
            </a:r>
          </a:p>
          <a:p>
            <a:pPr indent="-406400" lvl="0" marL="457200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4A86E8"/>
              </a:buClr>
              <a:buSzPct val="100000"/>
              <a:buFont typeface="Roboto"/>
            </a:pPr>
            <a:r>
              <a:rPr lang="en" sz="2800">
                <a:solidFill>
                  <a:srgbClr val="4A86E8"/>
                </a:solidFill>
                <a:latin typeface="Roboto"/>
                <a:ea typeface="Roboto"/>
                <a:cs typeface="Roboto"/>
                <a:sym typeface="Roboto"/>
              </a:rPr>
              <a:t>Information</a:t>
            </a:r>
            <a:r>
              <a:rPr lang="en" sz="2800"/>
              <a:t>✔️</a:t>
            </a:r>
          </a:p>
          <a:p>
            <a:pPr indent="-406400" lvl="0" marL="457200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4A86E8"/>
              </a:buClr>
              <a:buSzPct val="100000"/>
              <a:buFont typeface="Roboto"/>
            </a:pPr>
            <a:r>
              <a:rPr lang="en" sz="2800">
                <a:solidFill>
                  <a:srgbClr val="4A86E8"/>
                </a:solidFill>
                <a:latin typeface="Roboto"/>
                <a:ea typeface="Roboto"/>
                <a:cs typeface="Roboto"/>
                <a:sym typeface="Roboto"/>
              </a:rPr>
              <a:t>Create or Update Patient Appointment </a:t>
            </a:r>
            <a:r>
              <a:rPr lang="en" sz="2800"/>
              <a:t>✔️</a:t>
            </a:r>
          </a:p>
          <a:p>
            <a:pPr indent="-406400" lvl="0" marL="457200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4A86E8"/>
              </a:buClr>
              <a:buSzPct val="100000"/>
              <a:buFont typeface="Roboto"/>
            </a:pPr>
            <a:r>
              <a:rPr lang="en" sz="2800">
                <a:solidFill>
                  <a:srgbClr val="4A86E8"/>
                </a:solidFill>
                <a:latin typeface="Roboto"/>
                <a:ea typeface="Roboto"/>
                <a:cs typeface="Roboto"/>
                <a:sym typeface="Roboto"/>
              </a:rPr>
              <a:t>Appointment Calendar </a:t>
            </a:r>
            <a:r>
              <a:rPr lang="en" sz="2800"/>
              <a:t>✔️</a:t>
            </a:r>
          </a:p>
          <a:p>
            <a:pPr indent="-406400" lvl="0" marL="457200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4A86E8"/>
              </a:buClr>
              <a:buSzPct val="100000"/>
              <a:buFont typeface="Roboto"/>
            </a:pPr>
            <a:r>
              <a:rPr lang="en" sz="2800">
                <a:solidFill>
                  <a:srgbClr val="4A86E8"/>
                </a:solidFill>
                <a:latin typeface="Roboto"/>
                <a:ea typeface="Roboto"/>
                <a:cs typeface="Roboto"/>
                <a:sym typeface="Roboto"/>
              </a:rPr>
              <a:t>Logging System Activity </a:t>
            </a:r>
            <a:r>
              <a:rPr lang="en" sz="2800"/>
              <a:t>✔️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Design: UML Class Diagram </a:t>
            </a:r>
            <a:r>
              <a:rPr lang="en" sz="1200"/>
              <a:t>(John)</a:t>
            </a:r>
          </a:p>
        </p:txBody>
      </p:sp>
      <p:pic>
        <p:nvPicPr>
          <p:cNvPr id="94" name="Shape 94"/>
          <p:cNvPicPr preferRelativeResize="0"/>
          <p:nvPr/>
        </p:nvPicPr>
        <p:blipFill rotWithShape="1">
          <a:blip r:embed="rId3">
            <a:alphaModFix/>
          </a:blip>
          <a:srcRect b="0" l="0" r="0" t="3530"/>
          <a:stretch/>
        </p:blipFill>
        <p:spPr>
          <a:xfrm>
            <a:off x="1750000" y="673925"/>
            <a:ext cx="5865881" cy="4469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Design: Models </a:t>
            </a:r>
            <a:r>
              <a:rPr lang="en" sz="1200"/>
              <a:t>(John)</a:t>
            </a:r>
          </a:p>
        </p:txBody>
      </p:sp>
      <p:sp>
        <p:nvSpPr>
          <p:cNvPr id="100" name="Shape 100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228600" lvl="0" marL="457200" rtl="0">
              <a:spcBef>
                <a:spcPts val="0"/>
              </a:spcBef>
              <a:buClr>
                <a:schemeClr val="dk1"/>
              </a:buClr>
            </a:pPr>
            <a:r>
              <a:rPr lang="en">
                <a:solidFill>
                  <a:schemeClr val="dk1"/>
                </a:solidFill>
              </a:rPr>
              <a:t>Only one type of users in R1, although we included the models for R2</a:t>
            </a:r>
          </a:p>
          <a:p>
            <a:pPr indent="-228600" lvl="0" marL="457200" rtl="0">
              <a:spcBef>
                <a:spcPts val="0"/>
              </a:spcBef>
              <a:buClr>
                <a:schemeClr val="dk1"/>
              </a:buClr>
            </a:pPr>
            <a:r>
              <a:rPr lang="en">
                <a:solidFill>
                  <a:schemeClr val="dk1"/>
                </a:solidFill>
              </a:rPr>
              <a:t>Inheritance from Django’s User Class </a:t>
            </a:r>
          </a:p>
          <a:p>
            <a:pPr indent="-228600" lvl="0" marL="457200" rtl="0">
              <a:spcBef>
                <a:spcPts val="0"/>
              </a:spcBef>
              <a:buClr>
                <a:schemeClr val="dk1"/>
              </a:buClr>
            </a:pPr>
            <a:r>
              <a:rPr lang="en">
                <a:solidFill>
                  <a:schemeClr val="dk1"/>
                </a:solidFill>
              </a:rPr>
              <a:t>Patients</a:t>
            </a:r>
          </a:p>
          <a:p>
            <a:pPr indent="-228600" lvl="1" marL="914400" rtl="0">
              <a:spcBef>
                <a:spcPts val="0"/>
              </a:spcBef>
              <a:buClr>
                <a:schemeClr val="dk1"/>
              </a:buClr>
            </a:pPr>
            <a:r>
              <a:rPr lang="en">
                <a:solidFill>
                  <a:schemeClr val="dk1"/>
                </a:solidFill>
              </a:rPr>
              <a:t>Can create profile</a:t>
            </a:r>
          </a:p>
          <a:p>
            <a:pPr indent="-228600" lvl="1" marL="914400" rtl="0">
              <a:spcBef>
                <a:spcPts val="0"/>
              </a:spcBef>
              <a:buClr>
                <a:schemeClr val="dk1"/>
              </a:buClr>
            </a:pPr>
            <a:r>
              <a:rPr lang="en">
                <a:solidFill>
                  <a:schemeClr val="dk1"/>
                </a:solidFill>
              </a:rPr>
              <a:t>Can update profile</a:t>
            </a:r>
          </a:p>
          <a:p>
            <a:pPr indent="-228600" lvl="1" marL="914400" rtl="0">
              <a:spcBef>
                <a:spcPts val="0"/>
              </a:spcBef>
              <a:buClr>
                <a:schemeClr val="dk1"/>
              </a:buClr>
            </a:pPr>
            <a:r>
              <a:rPr lang="en">
                <a:solidFill>
                  <a:schemeClr val="dk1"/>
                </a:solidFill>
              </a:rPr>
              <a:t>Can schedule new appointment</a:t>
            </a:r>
          </a:p>
          <a:p>
            <a:pPr indent="-228600" lvl="1" marL="914400" rtl="0">
              <a:spcBef>
                <a:spcPts val="0"/>
              </a:spcBef>
              <a:buClr>
                <a:schemeClr val="dk1"/>
              </a:buClr>
            </a:pPr>
            <a:r>
              <a:rPr lang="en">
                <a:solidFill>
                  <a:schemeClr val="dk1"/>
                </a:solidFill>
              </a:rPr>
              <a:t>Can view Calendar</a:t>
            </a:r>
          </a:p>
          <a:p>
            <a:pPr indent="-228600" lvl="0" marL="457200" rtl="0">
              <a:spcBef>
                <a:spcPts val="0"/>
              </a:spcBef>
              <a:buClr>
                <a:schemeClr val="dk1"/>
              </a:buClr>
            </a:pPr>
            <a:r>
              <a:rPr lang="en">
                <a:solidFill>
                  <a:schemeClr val="dk1"/>
                </a:solidFill>
              </a:rPr>
              <a:t>Admin</a:t>
            </a:r>
          </a:p>
          <a:p>
            <a:pPr indent="-228600" lvl="1" marL="914400" rtl="0">
              <a:spcBef>
                <a:spcPts val="0"/>
              </a:spcBef>
              <a:buClr>
                <a:schemeClr val="dk1"/>
              </a:buClr>
            </a:pPr>
            <a:r>
              <a:rPr lang="en">
                <a:solidFill>
                  <a:schemeClr val="dk1"/>
                </a:solidFill>
              </a:rPr>
              <a:t>Can view Activity Log </a:t>
            </a:r>
          </a:p>
          <a:p>
            <a:pPr indent="-228600" lvl="1" marL="914400" rtl="0">
              <a:spcBef>
                <a:spcPts val="0"/>
              </a:spcBef>
              <a:buClr>
                <a:schemeClr val="dk1"/>
              </a:buClr>
            </a:pPr>
            <a:r>
              <a:rPr lang="en">
                <a:solidFill>
                  <a:schemeClr val="dk1"/>
                </a:solidFill>
              </a:rPr>
              <a:t>Has regular Django Admin powers</a:t>
            </a:r>
          </a:p>
          <a:p>
            <a:pPr indent="0" lvl="0" marL="0">
              <a:spcBef>
                <a:spcPts val="0"/>
              </a:spcBef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Design: Scheduling</a:t>
            </a:r>
            <a:r>
              <a:rPr lang="en" sz="1200"/>
              <a:t> (Hirsh)</a:t>
            </a:r>
          </a:p>
        </p:txBody>
      </p:sp>
      <p:sp>
        <p:nvSpPr>
          <p:cNvPr id="106" name="Shape 106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228600" lvl="0" marL="457200" rtl="0">
              <a:spcBef>
                <a:spcPts val="0"/>
              </a:spcBef>
              <a:buClr>
                <a:schemeClr val="dk1"/>
              </a:buClr>
            </a:pPr>
            <a:r>
              <a:rPr lang="en">
                <a:solidFill>
                  <a:schemeClr val="dk1"/>
                </a:solidFill>
              </a:rPr>
              <a:t>R1’s scheduling system allows for a patient to create an appointment and view a calendar</a:t>
            </a:r>
          </a:p>
          <a:p>
            <a:pPr indent="-228600" lvl="0" marL="457200" rtl="0">
              <a:spcBef>
                <a:spcPts val="0"/>
              </a:spcBef>
              <a:buClr>
                <a:schemeClr val="dk1"/>
              </a:buClr>
            </a:pPr>
            <a:r>
              <a:rPr lang="en">
                <a:solidFill>
                  <a:schemeClr val="dk1"/>
                </a:solidFill>
              </a:rPr>
              <a:t>Schedule Items contain fields for description, start time, and end time </a:t>
            </a:r>
          </a:p>
          <a:p>
            <a:pPr indent="-228600" lvl="0" marL="457200" rtl="0">
              <a:spcBef>
                <a:spcPts val="0"/>
              </a:spcBef>
              <a:buClr>
                <a:schemeClr val="dk1"/>
              </a:buClr>
            </a:pPr>
            <a:r>
              <a:rPr lang="en">
                <a:solidFill>
                  <a:schemeClr val="dk1"/>
                </a:solidFill>
              </a:rPr>
              <a:t>The Calendar View is simply a list of Schedule Items sorted by start time</a:t>
            </a:r>
          </a:p>
          <a:p>
            <a:pPr indent="-228600" lvl="1" marL="914400" rtl="0">
              <a:spcBef>
                <a:spcPts val="0"/>
              </a:spcBef>
              <a:buClr>
                <a:schemeClr val="dk1"/>
              </a:buClr>
            </a:pPr>
            <a:r>
              <a:rPr lang="en">
                <a:solidFill>
                  <a:schemeClr val="dk1"/>
                </a:solidFill>
              </a:rPr>
              <a:t>After much frustration in trying to incorporating an actual calendar we decided to postpone this stylistic addition until R2</a:t>
            </a:r>
          </a:p>
          <a:p>
            <a:pPr indent="-228600" lvl="0" marL="457200" rtl="0">
              <a:spcBef>
                <a:spcPts val="0"/>
              </a:spcBef>
              <a:buClr>
                <a:schemeClr val="dk1"/>
              </a:buClr>
            </a:pPr>
            <a:r>
              <a:rPr lang="en">
                <a:solidFill>
                  <a:schemeClr val="dk1"/>
                </a:solidFill>
              </a:rPr>
              <a:t>Major overhaul in R2, moving from Schedule Items to Appointments for Patient’s appointments</a:t>
            </a:r>
          </a:p>
          <a:p>
            <a:pPr indent="-228600" lvl="1" marL="914400" rtl="0">
              <a:spcBef>
                <a:spcPts val="0"/>
              </a:spcBef>
              <a:buClr>
                <a:schemeClr val="dk1"/>
              </a:buClr>
            </a:pPr>
            <a:r>
              <a:rPr lang="en">
                <a:solidFill>
                  <a:schemeClr val="dk1"/>
                </a:solidFill>
              </a:rPr>
              <a:t>Schedule Items will be reserved for nurses schedules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11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Design: Activity Logging </a:t>
            </a:r>
            <a:r>
              <a:rPr lang="en" sz="1200"/>
              <a:t>(Eric)</a:t>
            </a:r>
          </a:p>
        </p:txBody>
      </p:sp>
      <p:sp>
        <p:nvSpPr>
          <p:cNvPr id="112" name="Shape 112"/>
          <p:cNvSpPr txBox="1"/>
          <p:nvPr>
            <p:ph idx="1" type="body"/>
          </p:nvPr>
        </p:nvSpPr>
        <p:spPr>
          <a:xfrm>
            <a:off x="471900" y="1824675"/>
            <a:ext cx="8222100" cy="27102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>
                <a:solidFill>
                  <a:schemeClr val="dk1"/>
                </a:solidFill>
              </a:rPr>
              <a:t>Activity Logging in HealthNet consists of creating LogItem objects to store information on different system activities</a:t>
            </a:r>
          </a:p>
          <a:p>
            <a:pPr indent="-228600" lvl="0" marL="457200" rtl="0">
              <a:spcBef>
                <a:spcPts val="0"/>
              </a:spcBef>
              <a:buClr>
                <a:schemeClr val="dk1"/>
              </a:buClr>
            </a:pPr>
            <a:r>
              <a:rPr lang="en">
                <a:solidFill>
                  <a:schemeClr val="dk1"/>
                </a:solidFill>
              </a:rPr>
              <a:t>A LogItem holds an Action, Subject, Time, and Actor (optional)</a:t>
            </a:r>
          </a:p>
          <a:p>
            <a:pPr indent="-228600" lvl="1" marL="914400" rtl="0">
              <a:spcBef>
                <a:spcPts val="0"/>
              </a:spcBef>
              <a:buClr>
                <a:schemeClr val="dk1"/>
              </a:buClr>
            </a:pPr>
            <a:r>
              <a:rPr lang="en">
                <a:solidFill>
                  <a:schemeClr val="dk1"/>
                </a:solidFill>
              </a:rPr>
              <a:t>Action is stored as an integer, which is mapped to a corresponding value via a class-level dictionary (values like “CREATED” and “DELETED”). In this way, we keep actions consistent, and consolidate control of action names within the LogItem class</a:t>
            </a:r>
          </a:p>
          <a:p>
            <a:pPr indent="-228600" lvl="1" marL="914400" rtl="0">
              <a:spcBef>
                <a:spcPts val="0"/>
              </a:spcBef>
              <a:buClr>
                <a:schemeClr val="dk1"/>
              </a:buClr>
            </a:pPr>
            <a:r>
              <a:rPr lang="en">
                <a:solidFill>
                  <a:schemeClr val="dk1"/>
                </a:solidFill>
              </a:rPr>
              <a:t>LogItem merely stores the data, so presentation details are left to the template.</a:t>
            </a:r>
          </a:p>
          <a:p>
            <a:pPr indent="-228600" lvl="0" marL="457200" rtl="0">
              <a:spcBef>
                <a:spcPts val="0"/>
              </a:spcBef>
              <a:buClr>
                <a:schemeClr val="dk1"/>
              </a:buClr>
            </a:pPr>
            <a:r>
              <a:rPr lang="en">
                <a:solidFill>
                  <a:schemeClr val="dk1"/>
                </a:solidFill>
              </a:rPr>
              <a:t>Methods like save() and update() are overridden so they produce Log Items in addition to their normal functionality</a:t>
            </a:r>
          </a:p>
          <a:p>
            <a:pPr indent="-228600" lvl="1" marL="914400">
              <a:spcBef>
                <a:spcPts val="0"/>
              </a:spcBef>
              <a:buClr>
                <a:schemeClr val="dk1"/>
              </a:buClr>
            </a:pPr>
            <a:r>
              <a:rPr lang="en">
                <a:solidFill>
                  <a:schemeClr val="dk1"/>
                </a:solidFill>
              </a:rPr>
              <a:t>In R2 we intend to experiment with Django signals as a possible low-coupling alternative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Design: Authentication </a:t>
            </a:r>
            <a:r>
              <a:rPr lang="en" sz="1200"/>
              <a:t>(Derek)</a:t>
            </a:r>
            <a:r>
              <a:rPr lang="en"/>
              <a:t> </a:t>
            </a:r>
          </a:p>
        </p:txBody>
      </p:sp>
      <p:sp>
        <p:nvSpPr>
          <p:cNvPr id="118" name="Shape 118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400">
                <a:solidFill>
                  <a:srgbClr val="4A86E8"/>
                </a:solidFill>
              </a:rPr>
              <a:t>User Authentication in HealthNet uses the django authentication and authorization framework.</a:t>
            </a:r>
          </a:p>
          <a:p>
            <a:pPr indent="-317500" lvl="0" marL="457200" rtl="0">
              <a:spcBef>
                <a:spcPts val="0"/>
              </a:spcBef>
              <a:buClr>
                <a:srgbClr val="4A86E8"/>
              </a:buClr>
              <a:buSzPct val="100000"/>
            </a:pPr>
            <a:r>
              <a:rPr lang="en" sz="1400">
                <a:solidFill>
                  <a:srgbClr val="4A86E8"/>
                </a:solidFill>
              </a:rPr>
              <a:t>User enters a username and password at the main page</a:t>
            </a:r>
          </a:p>
          <a:p>
            <a:pPr indent="-228600" lvl="1" marL="914400" rtl="0">
              <a:spcBef>
                <a:spcPts val="0"/>
              </a:spcBef>
              <a:buClr>
                <a:srgbClr val="4A86E8"/>
              </a:buClr>
            </a:pPr>
            <a:r>
              <a:rPr lang="en">
                <a:solidFill>
                  <a:srgbClr val="4A86E8"/>
                </a:solidFill>
              </a:rPr>
              <a:t>The system checks to see if there is a matching user in the database</a:t>
            </a:r>
          </a:p>
          <a:p>
            <a:pPr indent="-228600" lvl="1" marL="914400" rtl="0">
              <a:spcBef>
                <a:spcPts val="0"/>
              </a:spcBef>
              <a:buClr>
                <a:srgbClr val="4A86E8"/>
              </a:buClr>
            </a:pPr>
            <a:r>
              <a:rPr lang="en">
                <a:solidFill>
                  <a:srgbClr val="4A86E8"/>
                </a:solidFill>
              </a:rPr>
              <a:t>If the system finds a user it then checks to see if they are active</a:t>
            </a:r>
          </a:p>
          <a:p>
            <a:pPr indent="-228600" lvl="1" marL="914400" rtl="0">
              <a:spcBef>
                <a:spcPts val="0"/>
              </a:spcBef>
              <a:buClr>
                <a:srgbClr val="4A86E8"/>
              </a:buClr>
            </a:pPr>
            <a:r>
              <a:rPr lang="en">
                <a:solidFill>
                  <a:srgbClr val="4A86E8"/>
                </a:solidFill>
              </a:rPr>
              <a:t>If both checks are met then the user is taken to the landing page.</a:t>
            </a:r>
          </a:p>
          <a:p>
            <a:pPr indent="-228600" lvl="1" marL="914400" rtl="0">
              <a:spcBef>
                <a:spcPts val="0"/>
              </a:spcBef>
              <a:buClr>
                <a:srgbClr val="4A86E8"/>
              </a:buClr>
            </a:pPr>
            <a:r>
              <a:rPr lang="en">
                <a:solidFill>
                  <a:srgbClr val="4A86E8"/>
                </a:solidFill>
              </a:rPr>
              <a:t>If the user enters an invalid login the system will redirect them to an error page with a link to return to the main page. </a:t>
            </a:r>
          </a:p>
          <a:p>
            <a:pPr indent="-317500" lvl="0" marL="457200" rtl="0">
              <a:spcBef>
                <a:spcPts val="0"/>
              </a:spcBef>
              <a:buClr>
                <a:srgbClr val="4A86E8"/>
              </a:buClr>
              <a:buSzPct val="100000"/>
            </a:pPr>
            <a:r>
              <a:rPr lang="en" sz="1400">
                <a:solidFill>
                  <a:srgbClr val="4A86E8"/>
                </a:solidFill>
              </a:rPr>
              <a:t>Method set_password() is used to store a properly hashed password.</a:t>
            </a:r>
          </a:p>
          <a:p>
            <a:pPr indent="-228600" lvl="1" marL="914400" rtl="0">
              <a:spcBef>
                <a:spcPts val="0"/>
              </a:spcBef>
              <a:buClr>
                <a:srgbClr val="4A86E8"/>
              </a:buClr>
            </a:pPr>
            <a:r>
              <a:rPr lang="en">
                <a:solidFill>
                  <a:srgbClr val="4A86E8"/>
                </a:solidFill>
              </a:rPr>
              <a:t>In R2 we intend to implement user permission checking once proper user groups(doctors,nurses) are implemented..</a:t>
            </a:r>
          </a:p>
          <a:p>
            <a:pPr indent="0" lvl="0" marL="0">
              <a:spcBef>
                <a:spcPts val="0"/>
              </a:spcBef>
              <a:buNone/>
            </a:pPr>
            <a:r>
              <a:t/>
            </a:r>
            <a:endParaRPr>
              <a:solidFill>
                <a:srgbClr val="4A86E8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Testing: Use Cases Being Tested </a:t>
            </a:r>
            <a:r>
              <a:rPr lang="en" sz="1200"/>
              <a:t>(Hirsh)</a:t>
            </a:r>
          </a:p>
        </p:txBody>
      </p:sp>
      <p:sp>
        <p:nvSpPr>
          <p:cNvPr id="124" name="Shape 12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228600" lvl="0" marL="457200" rtl="0">
              <a:spcBef>
                <a:spcPts val="0"/>
              </a:spcBef>
              <a:buClr>
                <a:schemeClr val="dk1"/>
              </a:buClr>
            </a:pPr>
            <a:r>
              <a:rPr lang="en">
                <a:solidFill>
                  <a:schemeClr val="dk1"/>
                </a:solidFill>
              </a:rPr>
              <a:t>Patient’s basic registration is tested.</a:t>
            </a:r>
          </a:p>
          <a:p>
            <a:pPr indent="-228600" lvl="0" marL="457200" rtl="0">
              <a:spcBef>
                <a:spcPts val="0"/>
              </a:spcBef>
              <a:buClr>
                <a:schemeClr val="dk1"/>
              </a:buClr>
            </a:pPr>
            <a:r>
              <a:rPr lang="en">
                <a:solidFill>
                  <a:schemeClr val="dk1"/>
                </a:solidFill>
              </a:rPr>
              <a:t>Update patient profile information. View profile information.</a:t>
            </a:r>
          </a:p>
          <a:p>
            <a:pPr indent="-228600" lvl="0" marL="457200" rtl="0">
              <a:spcBef>
                <a:spcPts val="0"/>
              </a:spcBef>
              <a:buClr>
                <a:schemeClr val="dk1"/>
              </a:buClr>
            </a:pPr>
            <a:r>
              <a:rPr lang="en">
                <a:solidFill>
                  <a:schemeClr val="dk1"/>
                </a:solidFill>
              </a:rPr>
              <a:t>Create Appointment. View appointments in list form.</a:t>
            </a:r>
          </a:p>
          <a:p>
            <a:pPr indent="-228600" lvl="0" marL="457200" rtl="0">
              <a:spcBef>
                <a:spcPts val="0"/>
              </a:spcBef>
              <a:buClr>
                <a:schemeClr val="dk1"/>
              </a:buClr>
            </a:pPr>
            <a:r>
              <a:rPr lang="en">
                <a:solidFill>
                  <a:schemeClr val="dk1"/>
                </a:solidFill>
              </a:rPr>
              <a:t>Viewing activity log by all users(for demonstration purposes).</a:t>
            </a:r>
          </a:p>
          <a:p>
            <a:pPr indent="-228600" lvl="0" marL="457200" rtl="0">
              <a:spcBef>
                <a:spcPts val="0"/>
              </a:spcBef>
              <a:buClr>
                <a:schemeClr val="dk1"/>
              </a:buClr>
            </a:pPr>
            <a:r>
              <a:rPr lang="en">
                <a:solidFill>
                  <a:schemeClr val="dk1"/>
                </a:solidFill>
              </a:rPr>
              <a:t>Successful user authentication.</a:t>
            </a:r>
          </a:p>
          <a:p>
            <a:pPr indent="-228600" lvl="0" marL="457200" rtl="0">
              <a:spcBef>
                <a:spcPts val="0"/>
              </a:spcBef>
              <a:buClr>
                <a:schemeClr val="dk1"/>
              </a:buClr>
            </a:pPr>
            <a:r>
              <a:rPr lang="en">
                <a:solidFill>
                  <a:schemeClr val="dk1"/>
                </a:solidFill>
              </a:rPr>
              <a:t>A file created for running the commands for starting the server.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 txBox="1"/>
          <p:nvPr>
            <p:ph type="title"/>
          </p:nvPr>
        </p:nvSpPr>
        <p:spPr>
          <a:xfrm>
            <a:off x="226077" y="357800"/>
            <a:ext cx="2808000" cy="9534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Testing: How Testing Occurred </a:t>
            </a:r>
            <a:r>
              <a:rPr lang="en" sz="1200"/>
              <a:t>(John)</a:t>
            </a:r>
          </a:p>
        </p:txBody>
      </p:sp>
      <p:sp>
        <p:nvSpPr>
          <p:cNvPr id="130" name="Shape 130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317500" lvl="0" marL="457200" rtl="0">
              <a:spcBef>
                <a:spcPts val="0"/>
              </a:spcBef>
              <a:buSzPct val="100000"/>
            </a:pPr>
            <a:r>
              <a:rPr lang="en" sz="1400"/>
              <a:t>Testing occurred each step of the way to ensure the each module worked before moving to the next one</a:t>
            </a:r>
          </a:p>
          <a:p>
            <a:pPr indent="-317500" lvl="0" marL="457200">
              <a:spcBef>
                <a:spcPts val="0"/>
              </a:spcBef>
              <a:buSzPct val="100000"/>
            </a:pPr>
            <a:r>
              <a:rPr lang="en" sz="1400"/>
              <a:t>All testing occurred in environments with up to date versions of Django, SQLite, and Python</a:t>
            </a:r>
          </a:p>
        </p:txBody>
      </p:sp>
      <p:sp>
        <p:nvSpPr>
          <p:cNvPr id="131" name="Shape 131"/>
          <p:cNvSpPr txBox="1"/>
          <p:nvPr/>
        </p:nvSpPr>
        <p:spPr>
          <a:xfrm>
            <a:off x="3365275" y="88425"/>
            <a:ext cx="5669700" cy="49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indent="-355600" lvl="0" marL="457200" rtl="0">
              <a:spcBef>
                <a:spcPts val="0"/>
              </a:spcBef>
              <a:buClr>
                <a:schemeClr val="dk1"/>
              </a:buClr>
              <a:buSzPct val="100000"/>
              <a:buChar char="●"/>
            </a:pPr>
            <a:r>
              <a:rPr lang="en" sz="2000">
                <a:solidFill>
                  <a:schemeClr val="dk1"/>
                </a:solidFill>
              </a:rPr>
              <a:t>Testing followed the use cases detailed in the Design Document</a:t>
            </a:r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>
              <a:spcBef>
                <a:spcPts val="0"/>
              </a:spcBef>
              <a:buClr>
                <a:schemeClr val="dk1"/>
              </a:buClr>
              <a:buSzPct val="100000"/>
              <a:buChar char="●"/>
            </a:pPr>
            <a:r>
              <a:rPr lang="en" sz="2000">
                <a:solidFill>
                  <a:schemeClr val="dk1"/>
                </a:solidFill>
              </a:rPr>
              <a:t>Individual modules were tested as they were created, ensuring they were behaving correctly as defined in the use cases</a:t>
            </a:r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>
              <a:spcBef>
                <a:spcPts val="0"/>
              </a:spcBef>
              <a:buClr>
                <a:schemeClr val="dk1"/>
              </a:buClr>
              <a:buSzPct val="100000"/>
              <a:buChar char="●"/>
            </a:pPr>
            <a:r>
              <a:rPr lang="en" sz="2000">
                <a:solidFill>
                  <a:schemeClr val="dk1"/>
                </a:solidFill>
              </a:rPr>
              <a:t>All bugs were immediately resolved before moving on to another module </a:t>
            </a:r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81000" lvl="0" marL="457200">
              <a:spcBef>
                <a:spcPts val="0"/>
              </a:spcBef>
              <a:buClr>
                <a:schemeClr val="dk1"/>
              </a:buClr>
              <a:buSzPct val="120000"/>
              <a:buChar char="●"/>
            </a:pPr>
            <a:r>
              <a:rPr lang="en" sz="2000">
                <a:solidFill>
                  <a:schemeClr val="dk1"/>
                </a:solidFill>
              </a:rPr>
              <a:t>One final series of testing occurred when all requirements for R1 were implemented to ensure that the system was working as a whole</a:t>
            </a:r>
            <a:r>
              <a:rPr lang="en" sz="2400">
                <a:solidFill>
                  <a:schemeClr val="dk1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136"/>
          <p:cNvSpPr txBox="1"/>
          <p:nvPr>
            <p:ph type="title"/>
          </p:nvPr>
        </p:nvSpPr>
        <p:spPr>
          <a:xfrm>
            <a:off x="226077" y="357800"/>
            <a:ext cx="2808000" cy="9534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Looking Ahead to R2 </a:t>
            </a:r>
            <a:r>
              <a:rPr lang="en" sz="1200"/>
              <a:t>(Derek)</a:t>
            </a:r>
          </a:p>
        </p:txBody>
      </p:sp>
      <p:sp>
        <p:nvSpPr>
          <p:cNvPr id="137" name="Shape 13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342900" lvl="0" marL="457200" rtl="0">
              <a:spcBef>
                <a:spcPts val="0"/>
              </a:spcBef>
              <a:buSzPct val="100000"/>
            </a:pPr>
            <a:r>
              <a:rPr lang="en" sz="1800"/>
              <a:t>R2 will require the implementation of the models created in R1, the system of hospitals, and medical information</a:t>
            </a:r>
          </a:p>
          <a:p>
            <a:pPr indent="-342900" lvl="0" marL="457200">
              <a:spcBef>
                <a:spcPts val="0"/>
              </a:spcBef>
              <a:buSzPct val="100000"/>
            </a:pPr>
            <a:r>
              <a:rPr lang="en" sz="1800"/>
              <a:t>R2 will have major style changes </a:t>
            </a:r>
          </a:p>
        </p:txBody>
      </p:sp>
      <p:sp>
        <p:nvSpPr>
          <p:cNvPr id="138" name="Shape 138"/>
          <p:cNvSpPr txBox="1"/>
          <p:nvPr/>
        </p:nvSpPr>
        <p:spPr>
          <a:xfrm>
            <a:off x="3445575" y="216850"/>
            <a:ext cx="5553900" cy="47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800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R2 Requirements </a:t>
            </a:r>
          </a:p>
          <a:p>
            <a: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ct val="100000"/>
              <a:buFont typeface="Roboto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Administrator Registration</a:t>
            </a:r>
          </a:p>
          <a:p>
            <a: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ct val="100000"/>
              <a:buFont typeface="Roboto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Update Patient Medical Information</a:t>
            </a:r>
          </a:p>
          <a:p>
            <a: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ct val="100000"/>
              <a:buFont typeface="Roboto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Viewing Patient Medical Information</a:t>
            </a:r>
          </a:p>
          <a:p>
            <a: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ct val="100000"/>
              <a:buFont typeface="Roboto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Export Information</a:t>
            </a:r>
          </a:p>
          <a:p>
            <a: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ct val="100000"/>
              <a:buFont typeface="Roboto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Add/Remove Prescriptions</a:t>
            </a:r>
          </a:p>
          <a:p>
            <a: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ct val="100000"/>
              <a:buFont typeface="Roboto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Release Test Results</a:t>
            </a:r>
          </a:p>
          <a:p>
            <a: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ct val="100000"/>
              <a:buFont typeface="Roboto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Viewing System Statistics</a:t>
            </a:r>
          </a:p>
          <a:p>
            <a: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ct val="100000"/>
              <a:buFont typeface="Roboto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Patient Transfer</a:t>
            </a:r>
          </a:p>
          <a:p>
            <a: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ct val="100000"/>
              <a:buFont typeface="Roboto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Upload Patient Information</a:t>
            </a:r>
          </a:p>
          <a:p>
            <a: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ct val="100000"/>
              <a:buFont typeface="Roboto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 Private Message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Shape 14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Product Demo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Question and Answer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